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2416"/>
          </a:solidFill>
          <a:ln w="12700">
            <a:solidFill>
              <a:srgbClr val="0A2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Albaranes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2801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87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· COMSA Service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B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Creación, firma y cierre de albaranes de transporte de biomasa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B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único entorno digital.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9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equipo · Abril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274320"/>
            <a:ext cx="2194560" cy="219456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914400"/>
            <a:ext cx="1463040" cy="1463040"/>
          </a:xfrm>
          <a:prstGeom prst="ellipse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para todo el ciclo del albaran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267004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450592" cy="201168"/>
          </a:xfrm>
          <a:prstGeom prst="rect">
            <a:avLst/>
          </a:prstGeom>
          <a:solidFill>
            <a:srgbClr val="FEE2D5"/>
          </a:solidFill>
          <a:ln w="12700">
            <a:solidFill>
              <a:srgbClr val="FEE2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Albaranes en papel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Excel disperso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2450592" cy="201168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unico lugar digital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crear y consultar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7004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310128" y="1965960"/>
            <a:ext cx="2450592" cy="201168"/>
          </a:xfrm>
          <a:prstGeom prst="rect">
            <a:avLst/>
          </a:prstGeom>
          <a:solidFill>
            <a:srgbClr val="FEE2D5"/>
          </a:solidFill>
          <a:ln w="12700">
            <a:solidFill>
              <a:srgbClr val="FEE2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9659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219456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 manuales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documento fisico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944368"/>
            <a:ext cx="2450592" cy="201168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0128" y="317296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digital desde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dispositivo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53328" y="1143000"/>
            <a:ext cx="267004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53328" y="1234440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163056" y="1965960"/>
            <a:ext cx="2450592" cy="201168"/>
          </a:xfrm>
          <a:prstGeom prst="rect">
            <a:avLst/>
          </a:prstGeom>
          <a:solidFill>
            <a:srgbClr val="FEE2D5"/>
          </a:solidFill>
          <a:ln w="12700">
            <a:solidFill>
              <a:srgbClr val="FEE2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9659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63056" y="219456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enviados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email o WhatsApp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2944368"/>
            <a:ext cx="2450592" cy="201168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63056" y="317296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adjunto y visible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albarán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 de un albarán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115568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72768" y="1463040"/>
            <a:ext cx="4114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10312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16002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76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albarán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234440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Proveedor, astilladora,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transportista, instalacion...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115568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10128" y="1463040"/>
            <a:ext cx="4114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10312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2103120"/>
            <a:ext cx="16002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176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2852928"/>
            <a:ext cx="1234440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Oficina, Astilladora,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Transportista, Receptor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115568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47488" y="1463040"/>
            <a:ext cx="4114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210312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2103120"/>
            <a:ext cx="16002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176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Pesada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0" y="2852928"/>
            <a:ext cx="1234440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Autodeclaración,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pesos, ticket báscula...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1115568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84848" y="1463040"/>
            <a:ext cx="4114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210312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2103120"/>
            <a:ext cx="16002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176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2852928"/>
            <a:ext cx="1234440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firmar los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35240" y="1115568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223760" y="210312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2103120"/>
            <a:ext cx="16002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2176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06640" y="2852928"/>
            <a:ext cx="1234440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96912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con todos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y firmas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principal ·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36576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entrar verás: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de albaranes por estado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(Pendiente campo, En tránsito, Humedad pendiente, Cerrado)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768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directos a los últimos albaranes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53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'Nuevo albarán' siempre visible en la cabecera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301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lateral: Dashboard, Historial, Estadísticas, Administración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078992"/>
            <a:ext cx="4526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078992"/>
            <a:ext cx="452628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albarán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459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campo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8836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Generado, esperando firma de campo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4688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tránsito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15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camino hacia la instalación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2004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08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 pendiente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3467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Llegado destino, falta dato de humedad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39319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8404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78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 · PDF disponible para descarga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nuevo albarán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39776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formulario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848" y="1627632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Astilladora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12848" y="2103120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2848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destino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biomasa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12848" y="2578608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5409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biomasa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12848" y="3054096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30540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/ Ref.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2958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carga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12848" y="3529584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35295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estimada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1664208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05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 / PEFC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12848" y="4005072"/>
            <a:ext cx="18288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2848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1078992"/>
            <a:ext cx="4343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1078992"/>
            <a:ext cx="434340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188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tener en cuenta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162763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Los desplegables solo muestran empresas activas en la base de datos.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224942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Chófer y matrículas se editan en el detalle del albarán, no al crear.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28712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Los documentos y el ticket de pesada se adjuntan desde el detalle.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34930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Un albarán cerrado solo puede editarlo el superadmin.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1148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El PDF se genera con el botón 'Descargar PDF' en el detalle.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 digitales · 4 actores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78992"/>
            <a:ext cx="202996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78992"/>
            <a:ext cx="2029968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207008"/>
            <a:ext cx="713232" cy="7132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070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20299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" y="2633472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2706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29443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 operaciones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" y="3401568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474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371246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desde la app web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oficina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1078992"/>
            <a:ext cx="202996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95728" y="1078992"/>
            <a:ext cx="202996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54096" y="1207008"/>
            <a:ext cx="713232" cy="7132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12070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95728" y="20299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Astilladora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3744" y="2633472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2706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23744" y="29443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en punto de carga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23744" y="3401568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474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23744" y="371246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en la Vista de Campo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tablet/móvil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1078992"/>
            <a:ext cx="202996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1078992"/>
            <a:ext cx="202996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6944" y="1207008"/>
            <a:ext cx="713232" cy="7132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12070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608576" y="20299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36592" y="2633472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706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29443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 del vehículo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592" y="3401568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474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371246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en la Vista de Campo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su dispositivo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21424" y="1078992"/>
            <a:ext cx="202996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21424" y="1078992"/>
            <a:ext cx="2029968" cy="6400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9792" y="1207008"/>
            <a:ext cx="713232" cy="713232"/>
          </a:xfrm>
          <a:prstGeom prst="ellipse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12070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21424" y="202996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(Instalación)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2633472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2706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49440" y="29443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en destino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49440" y="3401568"/>
            <a:ext cx="1773936" cy="36576"/>
          </a:xfrm>
          <a:prstGeom prst="rect">
            <a:avLst/>
          </a:prstGeom>
          <a:solidFill>
            <a:srgbClr val="E8EDF0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474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49440" y="3712464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al recepcionar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carga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" y="4572000"/>
            <a:ext cx="877824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4572000"/>
            <a:ext cx="8668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 firmar los 4 actores el albarán se cierra automáticamente y el PDF queda disponible.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y Ticket de pesada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1605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Documentos adjuntables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1 — Compra en monte / plataforma: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6576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Autodeclaración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6576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 de cesión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6576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prestación servicios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36576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de corta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2 — Proveedor directo: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36576" cy="23774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94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SURE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6576" cy="23774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23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de obra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52544"/>
            <a:ext cx="36576" cy="23774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52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prestación servicios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78992"/>
            <a:ext cx="416052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Ticket de pesada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664208"/>
            <a:ext cx="13716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bruto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 entrada del camión cargado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212848"/>
            <a:ext cx="13716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212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249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camión vacío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761488"/>
            <a:ext cx="13716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761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neto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7980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 automáticamente (bruto - tara)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310128"/>
            <a:ext cx="13716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310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Humedad (%)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346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calidad de la biomasa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858768"/>
            <a:ext cx="1371600" cy="347472"/>
          </a:xfrm>
          <a:prstGeom prst="rect">
            <a:avLst/>
          </a:prstGeom>
          <a:solidFill>
            <a:srgbClr val="D4F0E6"/>
          </a:solidFill>
          <a:ln w="12700">
            <a:solidFill>
              <a:srgbClr val="D4F0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58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895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o PDF del ticket de báscula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407408"/>
            <a:ext cx="388620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4074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Arrastra el fichero directamente encima de la fila o del área de pesada para adjuntarlo.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y Estadísticas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41605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Historial de albaranes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ID, astilladora, destino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cualquier campo del albarán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por instalación destino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por astilladora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por estado del albarán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 al detalle de cualquier albarán pasado con un clic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a Excel con todos los campos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4160520" cy="54864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Estadísticas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645920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190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0600" y="221284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Albaranes totales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(esta semana)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53912" y="1645920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7190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53912" y="221284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correctamente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07224" y="1645920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07224" y="17190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07224" y="221284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neto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gestionado (t)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090672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63824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00600" y="365760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Albaranes por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53912" y="3090672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3163824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153912" y="365760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Albaranes por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astilladora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07224" y="3090672"/>
            <a:ext cx="1243584" cy="1298448"/>
          </a:xfrm>
          <a:prstGeom prst="rect">
            <a:avLst/>
          </a:prstGeom>
          <a:solidFill>
            <a:srgbClr val="F5FAF7"/>
          </a:solidFill>
          <a:ln w="12700">
            <a:solidFill>
              <a:srgbClr val="E8E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3163824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507224" y="365760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semanal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(gráfico)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· ¿Quién puede hacer qué?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39319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Usuario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editar albaranes activos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historial completo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Adjuntar documentos y tickets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estadísticas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lista de usuarios del equipo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empresas en Administración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(proveedores, astilladoras, transportistas, instalaciones)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1078992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1078992"/>
            <a:ext cx="429768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33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Superadmin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del usuario, mas: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24942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albaranes ya cerrados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83464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editar y desactivar usuarios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41985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y cambiar contraseñas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400507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logos del 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(COMSA, Applus ISO, PEFC, SURE)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2E1C"/>
          </a:solidFill>
          <a:ln w="12700">
            <a:solidFill>
              <a:srgbClr val="0E2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frecuentes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¿Puedo crear un albarán desde el móvil?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Funciona en cualquier navegador móvil. La Vista de Campo está optimizada para firmar desde dispositivos táctiles.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78992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78992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521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me equivoco en un campo?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49961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editarlo mientras el albarán esté activo. Si ya está cerrado, necesitas que el superadmin lo desbloquee.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22576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9572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acceden los actores de campo a firmar?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Reciben un enlace directo a la Vista de Campo. No necesitan cuenta ni contraseña.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22576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22576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9572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está el PDF una vez cerrado?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detalle del albarán con el botón 'Descargar PDF', y también accesible desde el Historial.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66160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¿Puedo ver quién firmó y cuándo?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986784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En el panel derecho del detalle aparece el estado de cada firma con nombre y marca de tiempo.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566160"/>
            <a:ext cx="425196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566160"/>
            <a:ext cx="54864" cy="11521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3931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datos se pierden si cierro el navegador?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986784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Todo se guarda automáticamente en la base de datos en tiempo real.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2416"/>
          </a:solidFill>
          <a:ln w="12700">
            <a:solidFill>
              <a:srgbClr val="0A2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0972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B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 la plataforma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 Serrano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Digital · COMSA 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3291840" cy="2286000"/>
          </a:xfrm>
          <a:prstGeom prst="rect">
            <a:avLst/>
          </a:prstGeom>
          <a:solidFill>
            <a:srgbClr val="122A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920240"/>
            <a:ext cx="2926080" cy="36576"/>
          </a:xfrm>
          <a:prstGeom prst="rect">
            <a:avLst/>
          </a:prstGeom>
          <a:solidFill>
            <a:srgbClr val="1D5C3A"/>
          </a:solidFill>
          <a:ln w="12700">
            <a:solidFill>
              <a:srgbClr val="1D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029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comsa-albaranes-biomasa.vercel.app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2468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Cada miembro del equipo tiene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su propio usuario y contraseña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COMSA Service · Gestión de Albaranes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Albaranes · COMSA Service</dc:title>
  <dc:subject>PptxGenJS Presentation</dc:subject>
  <dc:creator>PptxGenJS</dc:creator>
  <cp:lastModifiedBy>PptxGenJS</cp:lastModifiedBy>
  <cp:revision>1</cp:revision>
  <dcterms:created xsi:type="dcterms:W3CDTF">2026-04-14T13:51:55Z</dcterms:created>
  <dcterms:modified xsi:type="dcterms:W3CDTF">2026-04-14T13:51:55Z</dcterms:modified>
</cp:coreProperties>
</file>